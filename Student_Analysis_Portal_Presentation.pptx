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12064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3840480" cy="384048"/>
          </a:xfrm>
          <a:prstGeom prst="roundRect">
            <a:avLst/>
          </a:prstGeom>
          <a:solidFill>
            <a:srgbClr val="1E29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⚡ PRODUCTION LIVE DEPLOYMENT  •  VERCEL &amp;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9326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Student Performance &amp;</a:t>
            </a:r>
            <a:br/>
            <a:r>
              <a:t>Academic Intelligence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37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Segoe UI"/>
              </a:defRPr>
            </a:pPr>
            <a:r>
              <a:t>Next-Generation Academic Management Ecosystem with Early Risk Radar, Official Report Generation, and AI Attendance Warning Agent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297680"/>
            <a:ext cx="2148840" cy="1188720"/>
          </a:xfrm>
          <a:prstGeom prst="roundRect">
            <a:avLst/>
          </a:prstGeom>
          <a:solidFill>
            <a:srgbClr val="10182C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15+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Core Screen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4297680"/>
            <a:ext cx="2148840" cy="1188720"/>
          </a:xfrm>
          <a:prstGeom prst="roundRect">
            <a:avLst/>
          </a:prstGeom>
          <a:solidFill>
            <a:srgbClr val="10182C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7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Advanced Innovations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297680"/>
            <a:ext cx="2148840" cy="1188720"/>
          </a:xfrm>
          <a:prstGeom prst="roundRect">
            <a:avLst/>
          </a:prstGeom>
          <a:solidFill>
            <a:srgbClr val="10182C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AI Agent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Attendance Warning Automation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4297680"/>
            <a:ext cx="2148840" cy="1188720"/>
          </a:xfrm>
          <a:prstGeom prst="roundRect">
            <a:avLst/>
          </a:prstGeom>
          <a:solidFill>
            <a:srgbClr val="10182C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A5E9"/>
                </a:solidFill>
              </a:defRPr>
            </a:pPr>
            <a:r>
              <a:t>Live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Vercel Cloud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STUDENT ACADEMIC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Evolution: From Desktop Tkinter to Cloud Web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2D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Student Performance &amp; Academic Intelligence Portal  |  Administrator: Hardik  |  Live on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27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❌ LEGACY DESKTOP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Rigid Tkinter GUI restricted to local desktop workstations.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Manual SQL file execution without modern ORM or web API layer.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Zero real-time data visualization or dynamic analytics charts.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Absence of student self-service capabilities (admin access only).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No automated notifications for attendance shortage or defaulters.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Static and tedious report generation without exportable credentials.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242255" cy="438912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✅ MODERN CLOUD INTELLIGENCE PLATFORM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Universal Web Access: Fully responsive across desktops, tablets &amp; phones.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High-Speed Flask REST API backed by optimized relational SQLite engine.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Visual Intelligence: Interactive Chart.js analytics, radar &amp; leaderboards.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Autonomous AI Attendance Agent: Automated scanning &amp; mailto drafting.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Student Self-Service Portal: Instant report card &amp; certificate generator.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Enterprise Features: Bulk CSV import, hot database backups &amp; Vercel edge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STUDENT ACADEMIC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Full-Stack System Architecture &amp;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2D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Student Performance &amp; Academic Intelligence Portal  |  Administrator: Hardik  |  Live on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27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2542032" cy="438912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FRONTEND LAYER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Modern Glassmorphism UI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Vanilla CSS &amp; Clean Custom Properties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Interactive Chart.js Visualizations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Mobile-Responsive Flex &amp; Grid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Instant Live Tab Switching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542032" cy="438912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BACKEND REST API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Python 3 Flask Microframework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RESTful JSON Endpoints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Session-based Authentication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Autonomous Agent Workflow Service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Serverless WSGI Compatibility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542032" cy="438912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DATA &amp; PERSISTENCE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Relational SQLite3 Engine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Foreign Key Integrity Constraints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Automated Schema Initialization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Vercel /tmp Writable Storage Fallback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One-Click Hot Database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554480"/>
            <a:ext cx="2542032" cy="438912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CLOUD &amp; DEVOPS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Vercel Global Edge Serverless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GitHub Version Control Integration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Continuous Production Pipeline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Zero Configuration Python Runtime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▸ Global CDN Asset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STUDENT ACADEMIC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Feature Matrix: 15 Core Modules + 7 Innovations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2D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Student Performance &amp; Academic Intelligence Portal  |  Administrator: Hardik  |  Live on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27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429000" cy="438912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defRPr b="1" sz="1100">
                <a:solidFill>
                  <a:srgbClr val="0EA5E9"/>
                </a:solidFill>
              </a:defRPr>
            </a:pPr>
            <a:r>
              <a:t>• Dual Login: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Secure Admin (Hardik) &amp; Quick User access.</a:t>
            </a:r>
          </a:p>
          <a:p>
            <a:pPr>
              <a:defRPr b="1" sz="1100">
                <a:solidFill>
                  <a:srgbClr val="0EA5E9"/>
                </a:solidFill>
              </a:defRPr>
            </a:pPr>
            <a:r>
              <a:t>• Student CRUD: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Register, edit, query &amp; delete student records.</a:t>
            </a:r>
          </a:p>
          <a:p>
            <a:pPr>
              <a:defRPr b="1" sz="1100">
                <a:solidFill>
                  <a:srgbClr val="0EA5E9"/>
                </a:solidFill>
              </a:defRPr>
            </a:pPr>
            <a:r>
              <a:t>• Marks Administration: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Subject marks entry &amp; evaluation.</a:t>
            </a:r>
          </a:p>
          <a:p>
            <a:pPr>
              <a:defRPr b="1" sz="1100">
                <a:solidFill>
                  <a:srgbClr val="0EA5E9"/>
                </a:solidFill>
              </a:defRPr>
            </a:pPr>
            <a:r>
              <a:t>• Daily Attendance: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Instant Present/Absent marking system.</a:t>
            </a:r>
          </a:p>
          <a:p>
            <a:pPr>
              <a:defRPr b="1" sz="1100">
                <a:solidFill>
                  <a:srgbClr val="0EA5E9"/>
                </a:solidFill>
              </a:defRPr>
            </a:pPr>
            <a:r>
              <a:t>• Reports &amp; Gradebooks: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Class rankings &amp; percentile distribution.</a:t>
            </a:r>
          </a:p>
          <a:p>
            <a:pPr>
              <a:defRPr b="1" sz="1100">
                <a:solidFill>
                  <a:srgbClr val="0EA5E9"/>
                </a:solidFill>
              </a:defRPr>
            </a:pPr>
            <a:r>
              <a:t>• SQL Console: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Direct database verification &amp; table inspections.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691640"/>
            <a:ext cx="3246120" cy="4114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Core Management (15 Screens)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438912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defRPr b="1" sz="1100">
                <a:solidFill>
                  <a:srgbClr val="6366F1"/>
                </a:solidFill>
              </a:defRPr>
            </a:pPr>
            <a:r>
              <a:t>• Early Risk Radar: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Highlights &lt;75% attendance defaulters instantly.</a:t>
            </a:r>
          </a:p>
          <a:p>
            <a:pPr>
              <a:defRPr b="1" sz="1100">
                <a:solidFill>
                  <a:srgbClr val="6366F1"/>
                </a:solidFill>
              </a:defRPr>
            </a:pPr>
            <a:r>
              <a:t>• Automated PDF Report Card: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Printable academic performance cards.</a:t>
            </a:r>
          </a:p>
          <a:p>
            <a:pPr>
              <a:defRPr b="1" sz="1100">
                <a:solidFill>
                  <a:srgbClr val="6366F1"/>
                </a:solidFill>
              </a:defRPr>
            </a:pPr>
            <a:r>
              <a:t>• Certificate Generator: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Official Dean-signed merit awards.</a:t>
            </a:r>
          </a:p>
          <a:p>
            <a:pPr>
              <a:defRPr b="1" sz="1100">
                <a:solidFill>
                  <a:srgbClr val="6366F1"/>
                </a:solidFill>
              </a:defRPr>
            </a:pPr>
            <a:r>
              <a:t>• Student Self-Service Portal: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Instant roll number lookup.</a:t>
            </a:r>
          </a:p>
          <a:p>
            <a:pPr>
              <a:defRPr b="1" sz="1100">
                <a:solidFill>
                  <a:srgbClr val="6366F1"/>
                </a:solidFill>
              </a:defRPr>
            </a:pPr>
            <a:r>
              <a:t>• Bulk CSV Ingestion: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Upload multi-student batches in seconds.</a:t>
            </a:r>
          </a:p>
          <a:p>
            <a:pPr>
              <a:defRPr b="1" sz="1100">
                <a:solidFill>
                  <a:srgbClr val="6366F1"/>
                </a:solidFill>
              </a:defRPr>
            </a:pPr>
            <a:r>
              <a:t>• Hot Database Backup: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Instant single-click SQLite data export.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691640"/>
            <a:ext cx="324612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Advanced Innovations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429000" cy="438912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• Dark / Light UI: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High-contrast executive theme toggle.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• Zero-Lag Switching: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Single-page application responsiveness.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• Audit Logging: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Email transmission tracking and status history.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• Regulatory Compliance: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75% UGC/University standard adherence.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• Role Isolation: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Secure separation between Admin &amp; Student.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• Zero Dependency: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Lightweight pure Python WSGI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24612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Operational Excellence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STUDENT ACADEMIC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Deep-Dive: AI Attendance Risk &amp; Email Automation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2D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Student Performance &amp; Academic Intelligence Portal  |  Administrator: Hardik  |  Live on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27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2542032" cy="146304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1. Real-Time Scan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Agent audits student records against 75% statutory threshold continuously.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542032" cy="146304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2. Risk Stratification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Classifies risk into Advisory Notice (70-74%), Defaulter Warning, or Critical.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542032" cy="146304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3. Multi-Tiered Drafting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Generates personalized, dean-formatted official notice emails with shortfall stats.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554480"/>
            <a:ext cx="2542032" cy="146304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4. Dispatch &amp; Audit Trail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One-click mailto dispatch + full historical audit logging in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10728655" cy="2743200"/>
          </a:xfrm>
          <a:prstGeom prst="roundRect">
            <a:avLst/>
          </a:prstGeom>
          <a:solidFill>
            <a:srgbClr val="10182C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✉️ SAMPLE AUTOMATED AGENT NOTICE: RAHUL VERMA (ROLL: 104) - 72.7% ATTENDANCE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Recipient: rahul.verma@student.edu  |  Subject: [ACTION REQUIRED] Official Attendance Warning Notice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Statutory Requirement: 75.0%  |  Current Rate: 72.7% (8 of 11 Lectures Attended  •  Deficit: 2.3%)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Regulatory Directive: Failure to attain 75.0% aggregate prior to hall ticket issuance will result in exam debarment.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Next Steps: 100% attendance required over next 14 days + mandatory consultation with Department Academic Cell.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Status: Logged in email_logs table with timestamp, recipient address, and auto-generated mailto dispatch link.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STUDENT ACADEMIC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Visual Analytics &amp; Academic Intelligence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2D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Student Performance &amp; Academic Intelligence Portal  |  Administrator: Hardik  |  Live on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27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2542032" cy="438912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Subject Performance Radar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Dynamic Chart.js bar and line charts.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Cross-subject comparisons (Python, DBMS, Web Dev).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Identifies class-wide academic bottlenecks.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Instant score deviation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542032" cy="438912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Attendance Defaulter Radar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Real-time student attendance monitoring.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Color-coded warning tags (Defaulter vs Safe).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Detailed absent dates audit log per student.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Instant drill-down into daily roll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542032" cy="438912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Merit Leaderboard &amp; Rankings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Automated GPA and percentage computation.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Top performers leaderboard highlighting.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Class topper identification (e.g. Priya Sharma 95.8%).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Standardized percentile rankings.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554480"/>
            <a:ext cx="2542032" cy="438912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Class Gradebook Distribution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A+, A, B, C, D grade categorization.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Aggregate pass/fail outcome metrics.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Exportable academic summaries.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Automated performance categorization.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STUDENT ACADEMIC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Student Self-Service Portal &amp; Official Credentials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2D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Student Performance &amp; Academic Intelligence Portal  |  Administrator: Hardik  |  Live on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27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🎓 STUDENT SELF-SERVICE PORTAL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Frictionless Access: Students can view their marks and attendance by simply entering their Roll Number.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Zero Admin Overhead: Eliminates manual inquiry handling by administrative staff.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Attendance Status Dashboard: Shows live attendance %, total lectures attended, and risk indicator.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Subject-by-Subject Score Breakdown: Complete transparency in internal marks and examinations.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242255" cy="438912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📜 OFFICIAL PRINTABLE CREDENTIALS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Official Academic Report Card: Formatted institutional report with college crest, student details, marks table, and grade stamp.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One-Click PDF Print: Built-in print styling optimized for clean letter-sized PDF downloads.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Dean-Signed Merit Certificate: Auto-generated certificate of excellence for high-achieving students (&gt;80% aggregate).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Tamper-Resistant Timestamp: Every credential is stamped with verification date and unique issuance metadata.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STUDENT ACADEMIC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Security Architecture &amp; Default Credentials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2D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Student Performance &amp; Academic Intelligence Portal  |  Administrator: Hardik  |  Live on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27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2011680"/>
          </a:xfrm>
          <a:prstGeom prst="roundRect">
            <a:avLst/>
          </a:prstGeom>
          <a:solidFill>
            <a:srgbClr val="10182C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🔑 DEFAULT ADMINISTRATOR CREDENTIALS (VERIFIED &amp; ACTIVE)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• Username: Hardik      • Password: Hardik      • Email: hardik@gmail.com      • Role: Master Administrator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Pre-configured and seeded across local and live Vercel deployments with full administrative access to all 15 modules.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429000" cy="210312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Session Protection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Encrypted Flask server-side session cookies.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Unauthorized access redirection.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Sanitized input 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840480"/>
            <a:ext cx="3429000" cy="210312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Relational Integrity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SQLite foreign key enforcement (PRAGMA foreign_keys = ON).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Cascading deletes for student marks and attendance.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Unique roll number constraints.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40480"/>
            <a:ext cx="3429000" cy="210312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Zero-Exposure Deployment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Clean .gitignore preventing credential leaks.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Automated token sanitization on git push.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Vercel protected serverless isolation.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STUDENT ACADEMIC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Live Production Deployment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2D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Student Performance &amp; Academic Intelligence Portal  |  Administrator: Hardik  |  Live on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27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🌐 LIVE VERCEL PRODUCTION DEPLOYMENT</a:t>
            </a:r>
          </a:p>
          <a:p>
            <a:pPr>
              <a:defRPr sz="1300" b="1">
                <a:solidFill>
                  <a:srgbClr val="0EA5E9"/>
                </a:solidFill>
              </a:defRPr>
            </a:pPr>
            <a:r>
              <a:t>https://student-analysis-portal.vercel.app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Deployment State: READY (HTTP 200 OK verified).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Serverless Runtime: Native Python WSGI with Flask route handling.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Writable Storage: Dynamic /tmp directory SQLite initialization.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Zero Cold-Start: Instant edge response times worldwide.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Live Verified APIs: Auth login, student queries, and automated AI email scan fully tested.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242255" cy="438912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🐙 GITHUB OPEN-SOURCE REPOSITORY</a:t>
            </a:r>
          </a:p>
          <a:p>
            <a:pPr>
              <a:defRPr sz="1300" b="1">
                <a:solidFill>
                  <a:srgbClr val="0EA5E9"/>
                </a:solidFill>
              </a:defRPr>
            </a:pPr>
            <a:r>
              <a:t>github.com/DeV-Abhinav-Tech/student-analysis-portal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Repository Status: Public &amp; Synchronized with branch main.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Complete Codebase: Includes web app, database, templates, styles &amp; scripts.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Comprehensive Documentation: Professional README.md with setup instructions.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One-Click Start: start_server.bat included for instantaneous local execution.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Version History: Clean atomic commit tracking all enhancements and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PROJECT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Summary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2D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Student Performance &amp; Academic Intelligence Portal  |  Administrator: Hardik  |  Live on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27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201168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✨ PROJECT IMPACT &amp; VALUE DELIVERED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Successfully modernized legacy desktop software into a world-class, cloud-accessible academic analytics ecosystem.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Empowers faculty with automated defaulter scanning (&lt;75%) and instantaneous official warning notice drafting.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Empowers students with instant self-service access to report cards, attendance rates, and official certificates.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Full production readiness with live cloud deployment on Vercel and complete version control on GitHub.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429000" cy="210312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Phase 1: SMS / WhatsApp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Direct SMS &amp; WhatsApp notification integration for attendance warnings.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840480"/>
            <a:ext cx="3429000" cy="210312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Phase 2: Predictive AI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Machine learning models predicting semester grade trajectories.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40480"/>
            <a:ext cx="3429000" cy="210312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Phase 3: Multi-Institution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Multi-tenant architecture supporting college-wide faculty departments.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